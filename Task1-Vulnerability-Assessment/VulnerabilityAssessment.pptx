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1" d="100"/>
          <a:sy n="41" d="100"/>
        </p:scale>
        <p:origin x="514"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2981966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53428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394594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B46D12-CB8E-43E6-8F79-BBDCCB2ADA2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8184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B46D12-CB8E-43E6-8F79-BBDCCB2ADA2C}"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143175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B46D12-CB8E-43E6-8F79-BBDCCB2ADA2C}"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2203243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B46D12-CB8E-43E6-8F79-BBDCCB2ADA2C}"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1004395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B46D12-CB8E-43E6-8F79-BBDCCB2ADA2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405095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46D12-CB8E-43E6-8F79-BBDCCB2ADA2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3307048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1840235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06339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2165537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4716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643688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256217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46D12-CB8E-43E6-8F79-BBDCCB2ADA2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36889D-7880-430D-B1EB-7CED6FCC6598}" type="slidenum">
              <a:rPr lang="en-IN" smtClean="0"/>
              <a:t>‹#›</a:t>
            </a:fld>
            <a:endParaRPr lang="en-IN"/>
          </a:p>
        </p:txBody>
      </p:sp>
    </p:spTree>
    <p:extLst>
      <p:ext uri="{BB962C8B-B14F-4D97-AF65-F5344CB8AC3E}">
        <p14:creationId xmlns:p14="http://schemas.microsoft.com/office/powerpoint/2010/main" val="396167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B46D12-CB8E-43E6-8F79-BBDCCB2ADA2C}" type="datetimeFigureOut">
              <a:rPr lang="en-IN" smtClean="0"/>
              <a:t>28-05-2026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936889D-7880-430D-B1EB-7CED6FCC6598}" type="slidenum">
              <a:rPr lang="en-IN" smtClean="0"/>
              <a:t>‹#›</a:t>
            </a:fld>
            <a:endParaRPr lang="en-IN"/>
          </a:p>
        </p:txBody>
      </p:sp>
    </p:spTree>
    <p:extLst>
      <p:ext uri="{BB962C8B-B14F-4D97-AF65-F5344CB8AC3E}">
        <p14:creationId xmlns:p14="http://schemas.microsoft.com/office/powerpoint/2010/main" val="1289949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2508F-67B9-5FE3-8663-8B38D2902858}"/>
              </a:ext>
            </a:extLst>
          </p:cNvPr>
          <p:cNvSpPr>
            <a:spLocks noGrp="1"/>
          </p:cNvSpPr>
          <p:nvPr>
            <p:ph type="ctrTitle"/>
          </p:nvPr>
        </p:nvSpPr>
        <p:spPr/>
        <p:txBody>
          <a:bodyPr/>
          <a:lstStyle/>
          <a:p>
            <a:r>
              <a:rPr lang="en-IN" dirty="0">
                <a:solidFill>
                  <a:schemeClr val="tx1"/>
                </a:solidFill>
              </a:rPr>
              <a:t>Vulnerability Assessment </a:t>
            </a:r>
          </a:p>
        </p:txBody>
      </p:sp>
      <p:sp>
        <p:nvSpPr>
          <p:cNvPr id="3" name="Subtitle 2">
            <a:extLst>
              <a:ext uri="{FF2B5EF4-FFF2-40B4-BE49-F238E27FC236}">
                <a16:creationId xmlns:a16="http://schemas.microsoft.com/office/drawing/2014/main" id="{8B5507E3-4422-3989-110B-8FB06EB6EED5}"/>
              </a:ext>
            </a:extLst>
          </p:cNvPr>
          <p:cNvSpPr>
            <a:spLocks noGrp="1"/>
          </p:cNvSpPr>
          <p:nvPr>
            <p:ph type="subTitle" idx="1"/>
          </p:nvPr>
        </p:nvSpPr>
        <p:spPr/>
        <p:txBody>
          <a:bodyPr/>
          <a:lstStyle/>
          <a:p>
            <a:r>
              <a:rPr lang="en-IN" dirty="0"/>
              <a:t>~Gargi Surse</a:t>
            </a:r>
          </a:p>
          <a:p>
            <a:r>
              <a:rPr lang="en-IN" dirty="0"/>
              <a:t>Internship in  Cyber Security and Ethical Hacking</a:t>
            </a:r>
          </a:p>
        </p:txBody>
      </p:sp>
    </p:spTree>
    <p:extLst>
      <p:ext uri="{BB962C8B-B14F-4D97-AF65-F5344CB8AC3E}">
        <p14:creationId xmlns:p14="http://schemas.microsoft.com/office/powerpoint/2010/main" val="2547891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9BD25-E3E6-530F-1D75-EC06C2A3679E}"/>
              </a:ext>
            </a:extLst>
          </p:cNvPr>
          <p:cNvSpPr>
            <a:spLocks noGrp="1"/>
          </p:cNvSpPr>
          <p:nvPr>
            <p:ph type="title"/>
          </p:nvPr>
        </p:nvSpPr>
        <p:spPr/>
        <p:txBody>
          <a:bodyPr>
            <a:normAutofit/>
          </a:bodyPr>
          <a:lstStyle/>
          <a:p>
            <a:pPr algn="ctr"/>
            <a:r>
              <a:rPr lang="en-IN" sz="4400" dirty="0">
                <a:solidFill>
                  <a:schemeClr val="tx1"/>
                </a:solidFill>
              </a:rPr>
              <a:t>Introduction</a:t>
            </a:r>
          </a:p>
        </p:txBody>
      </p:sp>
      <p:sp>
        <p:nvSpPr>
          <p:cNvPr id="3" name="Content Placeholder 2">
            <a:extLst>
              <a:ext uri="{FF2B5EF4-FFF2-40B4-BE49-F238E27FC236}">
                <a16:creationId xmlns:a16="http://schemas.microsoft.com/office/drawing/2014/main" id="{0F7E63A9-5A6A-2F01-7AC9-70338E1C0564}"/>
              </a:ext>
            </a:extLst>
          </p:cNvPr>
          <p:cNvSpPr>
            <a:spLocks noGrp="1"/>
          </p:cNvSpPr>
          <p:nvPr>
            <p:ph idx="1"/>
          </p:nvPr>
        </p:nvSpPr>
        <p:spPr/>
        <p:txBody>
          <a:bodyPr>
            <a:normAutofit/>
          </a:bodyPr>
          <a:lstStyle/>
          <a:p>
            <a:r>
              <a:rPr lang="en-IN" dirty="0"/>
              <a:t>Cybersecurity is the practice of protecting systems, networks, and digital information from cyber threats and unauthorized access. Vulnerability assessment is an important process in cybersecurity that helps identify security weaknesses in computer systems and networks before attackers can exploit them.</a:t>
            </a:r>
          </a:p>
          <a:p>
            <a:r>
              <a:rPr lang="en-IN" dirty="0"/>
              <a:t>In this project, Nmap (Network Mapper) tool was used to perform a basic vulnerability assessment on the localhost system. Nmap is a widely used open-source tool that helps in network discovery, port scanning, and service identification. </a:t>
            </a:r>
          </a:p>
          <a:p>
            <a:r>
              <a:rPr lang="en-IN" dirty="0"/>
              <a:t>The purpose of this project is to understand the basics of vulnerability scanning, identify open or closed ports, and </a:t>
            </a:r>
            <a:r>
              <a:rPr lang="en-IN" dirty="0" err="1"/>
              <a:t>analyze</a:t>
            </a:r>
            <a:r>
              <a:rPr lang="en-IN" dirty="0"/>
              <a:t> system security using Nmap commands.</a:t>
            </a:r>
          </a:p>
          <a:p>
            <a:endParaRPr lang="en-IN" dirty="0"/>
          </a:p>
        </p:txBody>
      </p:sp>
    </p:spTree>
    <p:extLst>
      <p:ext uri="{BB962C8B-B14F-4D97-AF65-F5344CB8AC3E}">
        <p14:creationId xmlns:p14="http://schemas.microsoft.com/office/powerpoint/2010/main" val="190030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3EA6-0C9D-FB46-63C3-221BD476A451}"/>
              </a:ext>
            </a:extLst>
          </p:cNvPr>
          <p:cNvSpPr>
            <a:spLocks noGrp="1"/>
          </p:cNvSpPr>
          <p:nvPr>
            <p:ph type="title"/>
          </p:nvPr>
        </p:nvSpPr>
        <p:spPr/>
        <p:txBody>
          <a:bodyPr>
            <a:normAutofit/>
          </a:bodyPr>
          <a:lstStyle/>
          <a:p>
            <a:pPr algn="ctr"/>
            <a:r>
              <a:rPr lang="en-IN" sz="4000" dirty="0">
                <a:solidFill>
                  <a:schemeClr val="tx1"/>
                </a:solidFill>
              </a:rPr>
              <a:t>Tools Used</a:t>
            </a:r>
          </a:p>
        </p:txBody>
      </p:sp>
      <p:sp>
        <p:nvSpPr>
          <p:cNvPr id="3" name="Content Placeholder 2">
            <a:extLst>
              <a:ext uri="{FF2B5EF4-FFF2-40B4-BE49-F238E27FC236}">
                <a16:creationId xmlns:a16="http://schemas.microsoft.com/office/drawing/2014/main" id="{C4DF1E16-50EE-BB65-31F6-276EB46AF9B6}"/>
              </a:ext>
            </a:extLst>
          </p:cNvPr>
          <p:cNvSpPr>
            <a:spLocks noGrp="1"/>
          </p:cNvSpPr>
          <p:nvPr>
            <p:ph idx="1"/>
          </p:nvPr>
        </p:nvSpPr>
        <p:spPr/>
        <p:txBody>
          <a:bodyPr/>
          <a:lstStyle/>
          <a:p>
            <a:pPr marL="0" indent="0">
              <a:buNone/>
            </a:pPr>
            <a:r>
              <a:rPr lang="en-IN" dirty="0"/>
              <a:t>The following tools and technologies were used in this project:</a:t>
            </a:r>
          </a:p>
          <a:p>
            <a:pPr lvl="1"/>
            <a:r>
              <a:rPr lang="en-IN" dirty="0"/>
              <a:t>Kali Linux / Linux Operating System</a:t>
            </a:r>
          </a:p>
          <a:p>
            <a:pPr lvl="1"/>
            <a:r>
              <a:rPr lang="en-IN" dirty="0"/>
              <a:t>Nmap Tool</a:t>
            </a:r>
          </a:p>
          <a:p>
            <a:pPr lvl="1"/>
            <a:r>
              <a:rPr lang="en-IN" dirty="0"/>
              <a:t>Terminal / Command Line Interface</a:t>
            </a:r>
          </a:p>
          <a:p>
            <a:pPr lvl="1"/>
            <a:r>
              <a:rPr lang="en-IN" dirty="0"/>
              <a:t>GitHub for project documentation and submission</a:t>
            </a:r>
          </a:p>
          <a:p>
            <a:endParaRPr lang="en-IN" dirty="0"/>
          </a:p>
        </p:txBody>
      </p:sp>
    </p:spTree>
    <p:extLst>
      <p:ext uri="{BB962C8B-B14F-4D97-AF65-F5344CB8AC3E}">
        <p14:creationId xmlns:p14="http://schemas.microsoft.com/office/powerpoint/2010/main" val="380884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8A09E-8509-1381-2E15-E9422C07EFB6}"/>
              </a:ext>
            </a:extLst>
          </p:cNvPr>
          <p:cNvSpPr>
            <a:spLocks noGrp="1"/>
          </p:cNvSpPr>
          <p:nvPr>
            <p:ph type="title"/>
          </p:nvPr>
        </p:nvSpPr>
        <p:spPr/>
        <p:txBody>
          <a:bodyPr>
            <a:normAutofit/>
          </a:bodyPr>
          <a:lstStyle/>
          <a:p>
            <a:pPr algn="ctr"/>
            <a:r>
              <a:rPr lang="en-IN" sz="4000" dirty="0">
                <a:solidFill>
                  <a:schemeClr val="tx1"/>
                </a:solidFill>
              </a:rPr>
              <a:t>Commands Used</a:t>
            </a:r>
          </a:p>
        </p:txBody>
      </p:sp>
      <p:sp>
        <p:nvSpPr>
          <p:cNvPr id="3" name="Content Placeholder 2">
            <a:extLst>
              <a:ext uri="{FF2B5EF4-FFF2-40B4-BE49-F238E27FC236}">
                <a16:creationId xmlns:a16="http://schemas.microsoft.com/office/drawing/2014/main" id="{4AA094DF-12A1-0D91-413A-627A8AF95D7C}"/>
              </a:ext>
            </a:extLst>
          </p:cNvPr>
          <p:cNvSpPr>
            <a:spLocks noGrp="1"/>
          </p:cNvSpPr>
          <p:nvPr>
            <p:ph idx="1"/>
          </p:nvPr>
        </p:nvSpPr>
        <p:spPr/>
        <p:txBody>
          <a:bodyPr>
            <a:normAutofit/>
          </a:bodyPr>
          <a:lstStyle/>
          <a:p>
            <a:pPr marL="0" indent="0">
              <a:buNone/>
            </a:pPr>
            <a:r>
              <a:rPr lang="en-IN" dirty="0"/>
              <a:t>The following commands were used during the vulnerability assessment process:</a:t>
            </a:r>
            <a:endParaRPr lang="en-IN" sz="1400" dirty="0"/>
          </a:p>
          <a:p>
            <a:pPr lvl="0"/>
            <a:r>
              <a:rPr lang="en-IN" dirty="0" err="1"/>
              <a:t>sudo</a:t>
            </a:r>
            <a:r>
              <a:rPr lang="en-IN" dirty="0"/>
              <a:t> apt update</a:t>
            </a:r>
            <a:endParaRPr lang="en-IN" sz="1400" dirty="0"/>
          </a:p>
          <a:p>
            <a:pPr marL="457200" lvl="1" indent="0">
              <a:buNone/>
            </a:pPr>
            <a:r>
              <a:rPr lang="en-IN" dirty="0"/>
              <a:t>- Used to update package information in Linux. </a:t>
            </a:r>
            <a:endParaRPr lang="en-IN" sz="1400" dirty="0"/>
          </a:p>
          <a:p>
            <a:pPr lvl="0"/>
            <a:r>
              <a:rPr lang="en-IN" dirty="0" err="1"/>
              <a:t>sudo</a:t>
            </a:r>
            <a:r>
              <a:rPr lang="en-IN" dirty="0"/>
              <a:t> apt install </a:t>
            </a:r>
            <a:r>
              <a:rPr lang="en-IN" dirty="0" err="1"/>
              <a:t>nmap</a:t>
            </a:r>
            <a:endParaRPr lang="en-IN" dirty="0"/>
          </a:p>
          <a:p>
            <a:pPr marL="0" lvl="0" indent="0">
              <a:buNone/>
            </a:pPr>
            <a:r>
              <a:rPr lang="en-IN" dirty="0"/>
              <a:t>	- Used to install Nmap tool. </a:t>
            </a:r>
            <a:endParaRPr lang="en-IN" sz="1400" dirty="0"/>
          </a:p>
          <a:p>
            <a:pPr lvl="0"/>
            <a:r>
              <a:rPr lang="en-IN" dirty="0" err="1"/>
              <a:t>nmap</a:t>
            </a:r>
            <a:r>
              <a:rPr lang="en-IN" dirty="0"/>
              <a:t> localhost</a:t>
            </a:r>
            <a:endParaRPr lang="en-IN" sz="1400" dirty="0"/>
          </a:p>
          <a:p>
            <a:pPr marL="457200" lvl="1" indent="0">
              <a:buNone/>
            </a:pPr>
            <a:r>
              <a:rPr lang="en-IN" dirty="0"/>
              <a:t>- Used to perform a basic scan on localhost.</a:t>
            </a:r>
            <a:endParaRPr lang="en-IN" sz="1400" dirty="0"/>
          </a:p>
          <a:p>
            <a:pPr lvl="0"/>
            <a:r>
              <a:rPr lang="en-IN" dirty="0" err="1"/>
              <a:t>nmap</a:t>
            </a:r>
            <a:r>
              <a:rPr lang="en-IN" dirty="0"/>
              <a:t> -</a:t>
            </a:r>
            <a:r>
              <a:rPr lang="en-IN" dirty="0" err="1"/>
              <a:t>sV</a:t>
            </a:r>
            <a:r>
              <a:rPr lang="en-IN" dirty="0"/>
              <a:t> localhost</a:t>
            </a:r>
            <a:endParaRPr lang="en-IN" sz="1400" dirty="0"/>
          </a:p>
          <a:p>
            <a:pPr marL="457200" lvl="1" indent="0">
              <a:buNone/>
            </a:pPr>
            <a:r>
              <a:rPr lang="en-IN" dirty="0"/>
              <a:t>- Used to detect service versions running on localhost</a:t>
            </a:r>
            <a:r>
              <a:rPr lang="en-IN" b="1" dirty="0"/>
              <a:t>.</a:t>
            </a:r>
            <a:endParaRPr lang="en-IN" sz="1200" dirty="0"/>
          </a:p>
          <a:p>
            <a:endParaRPr lang="en-IN" dirty="0"/>
          </a:p>
        </p:txBody>
      </p:sp>
    </p:spTree>
    <p:extLst>
      <p:ext uri="{BB962C8B-B14F-4D97-AF65-F5344CB8AC3E}">
        <p14:creationId xmlns:p14="http://schemas.microsoft.com/office/powerpoint/2010/main" val="319549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58E0-A326-F69A-FC27-6625F10EEB6A}"/>
              </a:ext>
            </a:extLst>
          </p:cNvPr>
          <p:cNvSpPr>
            <a:spLocks noGrp="1"/>
          </p:cNvSpPr>
          <p:nvPr>
            <p:ph type="title"/>
          </p:nvPr>
        </p:nvSpPr>
        <p:spPr/>
        <p:txBody>
          <a:bodyPr>
            <a:normAutofit/>
          </a:bodyPr>
          <a:lstStyle/>
          <a:p>
            <a:pPr algn="ctr"/>
            <a:r>
              <a:rPr lang="en-IN" sz="4000" dirty="0">
                <a:solidFill>
                  <a:schemeClr val="tx1"/>
                </a:solidFill>
              </a:rPr>
              <a:t>Output Screenshots</a:t>
            </a:r>
          </a:p>
        </p:txBody>
      </p:sp>
      <p:pic>
        <p:nvPicPr>
          <p:cNvPr id="6" name="Content Placeholder 5">
            <a:extLst>
              <a:ext uri="{FF2B5EF4-FFF2-40B4-BE49-F238E27FC236}">
                <a16:creationId xmlns:a16="http://schemas.microsoft.com/office/drawing/2014/main" id="{4DC22CE5-2D70-6D55-F717-1B1BAC8BDA5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71386" y="2073312"/>
            <a:ext cx="4183062" cy="3856616"/>
          </a:xfrm>
          <a:prstGeom prst="rect">
            <a:avLst/>
          </a:prstGeom>
        </p:spPr>
      </p:pic>
      <p:pic>
        <p:nvPicPr>
          <p:cNvPr id="8" name="Content Placeholder 7">
            <a:extLst>
              <a:ext uri="{FF2B5EF4-FFF2-40B4-BE49-F238E27FC236}">
                <a16:creationId xmlns:a16="http://schemas.microsoft.com/office/drawing/2014/main" id="{2AA23831-9787-A404-7598-EF6D8C5F07F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23881" y="2073312"/>
            <a:ext cx="4184650" cy="1828622"/>
          </a:xfrm>
          <a:prstGeom prst="rect">
            <a:avLst/>
          </a:prstGeom>
        </p:spPr>
      </p:pic>
      <p:pic>
        <p:nvPicPr>
          <p:cNvPr id="10" name="Picture 9">
            <a:extLst>
              <a:ext uri="{FF2B5EF4-FFF2-40B4-BE49-F238E27FC236}">
                <a16:creationId xmlns:a16="http://schemas.microsoft.com/office/drawing/2014/main" id="{BB82E65A-74BC-9E16-E625-09A44F9E80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5558" y="3944415"/>
            <a:ext cx="5043693" cy="1985513"/>
          </a:xfrm>
          <a:prstGeom prst="rect">
            <a:avLst/>
          </a:prstGeom>
        </p:spPr>
      </p:pic>
    </p:spTree>
    <p:extLst>
      <p:ext uri="{BB962C8B-B14F-4D97-AF65-F5344CB8AC3E}">
        <p14:creationId xmlns:p14="http://schemas.microsoft.com/office/powerpoint/2010/main" val="4245748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229A-39AB-BB30-BB71-8287E944264B}"/>
              </a:ext>
            </a:extLst>
          </p:cNvPr>
          <p:cNvSpPr>
            <a:spLocks noGrp="1"/>
          </p:cNvSpPr>
          <p:nvPr>
            <p:ph type="title"/>
          </p:nvPr>
        </p:nvSpPr>
        <p:spPr/>
        <p:txBody>
          <a:bodyPr>
            <a:normAutofit/>
          </a:bodyPr>
          <a:lstStyle/>
          <a:p>
            <a:pPr algn="ctr"/>
            <a:r>
              <a:rPr lang="en-IN" sz="4000" dirty="0">
                <a:solidFill>
                  <a:schemeClr val="tx1"/>
                </a:solidFill>
              </a:rPr>
              <a:t>Conclusion</a:t>
            </a:r>
          </a:p>
        </p:txBody>
      </p:sp>
      <p:sp>
        <p:nvSpPr>
          <p:cNvPr id="3" name="Content Placeholder 2">
            <a:extLst>
              <a:ext uri="{FF2B5EF4-FFF2-40B4-BE49-F238E27FC236}">
                <a16:creationId xmlns:a16="http://schemas.microsoft.com/office/drawing/2014/main" id="{F4A30411-AAA8-BFC8-3DBF-4A58F215FBD0}"/>
              </a:ext>
            </a:extLst>
          </p:cNvPr>
          <p:cNvSpPr>
            <a:spLocks noGrp="1"/>
          </p:cNvSpPr>
          <p:nvPr>
            <p:ph idx="1"/>
          </p:nvPr>
        </p:nvSpPr>
        <p:spPr/>
        <p:txBody>
          <a:bodyPr/>
          <a:lstStyle/>
          <a:p>
            <a:r>
              <a:rPr lang="en-IN" dirty="0"/>
              <a:t>This project helped in understanding the basics of vulnerability assessment and network scanning using Nmap. The practical implementation improved knowledge about ports, services, and system security analysis. </a:t>
            </a:r>
          </a:p>
          <a:p>
            <a:r>
              <a:rPr lang="en-IN" dirty="0"/>
              <a:t>The project also provided hands-on experience in using cybersecurity tools</a:t>
            </a:r>
            <a:r>
              <a:rPr lang="en-IN"/>
              <a:t>, analysing </a:t>
            </a:r>
            <a:r>
              <a:rPr lang="en-IN" dirty="0"/>
              <a:t>scan results, and documenting security assessment findings professionally.</a:t>
            </a:r>
          </a:p>
          <a:p>
            <a:endParaRPr lang="en-IN" dirty="0"/>
          </a:p>
        </p:txBody>
      </p:sp>
    </p:spTree>
    <p:extLst>
      <p:ext uri="{BB962C8B-B14F-4D97-AF65-F5344CB8AC3E}">
        <p14:creationId xmlns:p14="http://schemas.microsoft.com/office/powerpoint/2010/main" val="16676185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279</Words>
  <Application>Microsoft Office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Vulnerability Assessment </vt:lpstr>
      <vt:lpstr>Introduction</vt:lpstr>
      <vt:lpstr>Tools Used</vt:lpstr>
      <vt:lpstr>Commands Used</vt:lpstr>
      <vt:lpstr>Output Screenshots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Gargi Surse</dc:creator>
  <cp:lastModifiedBy>Gargi Surse</cp:lastModifiedBy>
  <cp:revision>1</cp:revision>
  <dcterms:created xsi:type="dcterms:W3CDTF">2026-05-27T19:43:06Z</dcterms:created>
  <dcterms:modified xsi:type="dcterms:W3CDTF">2026-05-27T19:54:17Z</dcterms:modified>
</cp:coreProperties>
</file>